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org/one?a=1&amp;b=2" TargetMode="External"/><Relationship Id="rId3" Type="http://schemas.openxmlformats.org/officeDocument/2006/relationships/hyperlink" Target="https://example.org/two" TargetMode="External"/><Relationship Id="rId4" Type="http://schemas.openxmlformats.org/officeDocument/2006/relationships/hyperlink" Target="javascript:alert(1)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914400">
                <a:tc gridSpan="2">
                  <a:txBody>
                    <a:bodyPr/>
                    <a:lstStyle/>
                    <a:p>
                      <a:r>
                        <a:rPr b="1">
                          <a:hlinkClick r:id="rId2"/>
                        </a:rPr>
                        <a:t>same</a:t>
                      </a:r>
                      <a:r>
                        <a:rPr b="1">
                          <a:hlinkClick r:id="rId2"/>
                        </a:rPr>
                        <a:t> label</a:t>
                      </a:r>
                      <a:r>
                        <a:rPr b="1">
                          <a:hlinkClick r:id="rId3"/>
                        </a:rPr>
                        <a:t>same</a:t>
                      </a:r>
                      <a:r>
                        <a:rPr b="1">
                          <a:hlinkClick r:id="rId3"/>
                        </a:rPr>
                        <a:t> label</a:t>
                      </a:r>
                      <a:br/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>
                          <a:hlinkClick r:id="rId4"/>
                        </a:rPr>
                        <a:t>same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